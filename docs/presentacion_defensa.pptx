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515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Detección de secretos en código y pipelines mediante reglas y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8046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Ángela Ramírez Barajas</a:t>
            </a:r>
          </a:p>
          <a:p>
            <a:pPr>
              <a:defRPr sz="1800"/>
            </a:pPr>
            <a:r>
              <a:t>2ª Ed. Máster en IA Aplicada a la Ciberseguridad</a:t>
            </a:r>
          </a:p>
          <a:p>
            <a:pPr>
              <a:defRPr sz="1800"/>
            </a:pPr>
            <a:r>
              <a:t>Universidad Católica de Murcia (UCAM)</a:t>
            </a:r>
          </a:p>
          <a:p>
            <a:pPr>
              <a:defRPr sz="1800"/>
            </a:pPr>
            <a:r>
              <a:t>Director: Juanjo Salvador</a:t>
            </a:r>
          </a:p>
          <a:p>
            <a:pPr>
              <a:defRPr sz="1800"/>
            </a:pPr>
            <a: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El problema (y el enunciado)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Las reglas (regex + entropía) son rápidas e integrables en Git</a:t>
            </a:r>
          </a:p>
          <a:p>
            <a:pPr>
              <a:spcAft>
                <a:spcPts val="800"/>
              </a:spcAft>
              <a:defRPr sz="1500"/>
            </a:pPr>
            <a:r>
              <a:t>• El coste es el ruido: un mock o un README dispara la misma alerta que un secreto real</a:t>
            </a:r>
          </a:p>
          <a:p>
            <a:pPr>
              <a:spcAft>
                <a:spcPts val="800"/>
              </a:spcAft>
              <a:defRPr sz="1500"/>
            </a:pPr>
            <a:r>
              <a:t>• Enunciado: reducir FP, integrar en pre-commit/CI, medir, rotar y ocultar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Cómo lo hago: dos 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Gitleaks detecta candidatos (única capa que encuentra secretos)</a:t>
            </a:r>
          </a:p>
          <a:p>
            <a:pPr>
              <a:spcAft>
                <a:spcPts val="800"/>
              </a:spcAft>
              <a:defRPr sz="1500"/>
            </a:pPr>
            <a:r>
              <a:t>• Cruce con CredData: TP (6.845) y FP (1.128)</a:t>
            </a:r>
          </a:p>
          <a:p>
            <a:pPr>
              <a:spcAft>
                <a:spcPts val="800"/>
              </a:spcAft>
              <a:defRPr sz="1500"/>
            </a:pPr>
            <a:r>
              <a:t>• El LLM local (Llama 3.1 8B) solo ve FP: decide si descartar la alerta</a:t>
            </a:r>
          </a:p>
          <a:p>
            <a:pPr>
              <a:spcAft>
                <a:spcPts val="800"/>
              </a:spcAft>
              <a:defRPr sz="1500"/>
            </a:pPr>
            <a:r>
              <a:t>• Precisión híbrida = TP / (TP + FP que el filtro no descartó)</a:t>
            </a:r>
          </a:p>
        </p:txBody>
      </p:sp>
      <p:pic>
        <p:nvPicPr>
          <p:cNvPr id="4" name="Picture 3" descr="fig01_pipeline_hibr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3840480" cy="9694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Por qué solo evalúo falsos positivos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El LLM no es un detector: no busca secretos en el código</a:t>
            </a:r>
          </a:p>
          <a:p>
            <a:pPr>
              <a:spcAft>
                <a:spcPts val="800"/>
              </a:spcAft>
              <a:defRPr sz="1500"/>
            </a:pPr>
            <a:r>
              <a:t>• Si viera también TP, un error suyo bajaría el recall (silenciaría un secreto real)</a:t>
            </a:r>
          </a:p>
          <a:p>
            <a:pPr>
              <a:spcAft>
                <a:spcPts val="800"/>
              </a:spcAft>
              <a:defRPr sz="1500"/>
            </a:pPr>
            <a:r>
              <a:t>• El enunciado pide reducir ruido, no sustituir las reglas</a:t>
            </a:r>
          </a:p>
          <a:p>
            <a:pPr>
              <a:spcAft>
                <a:spcPts val="800"/>
              </a:spcAft>
              <a:defRPr sz="1500"/>
            </a:pPr>
            <a:r>
              <a:t>• Por eso el recall del híbrido es exactamente el de Gitleaks: 45,86 %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¿Mejora a otras propuestas?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Frente a reglas solas: sí. Precisión 85,85 % → 99,97 % proyectada; mismo recall</a:t>
            </a:r>
          </a:p>
          <a:p>
            <a:pPr>
              <a:spcAft>
                <a:spcPts val="800"/>
              </a:spcAft>
              <a:defRPr sz="1500"/>
            </a:pPr>
            <a:r>
              <a:t>• Frente a Rahman et al. / Biringa (LLM o ML con entrenamiento): no reclamo mejor F1</a:t>
            </a:r>
          </a:p>
          <a:p>
            <a:pPr>
              <a:spcAft>
                <a:spcPts val="800"/>
              </a:spcAft>
              <a:defRPr sz="1500"/>
            </a:pPr>
            <a:r>
              <a:t>• Ellos maximizan F1 global; yo filtro FP de Gitleaks sin fine-tuning</a:t>
            </a:r>
          </a:p>
          <a:p>
            <a:pPr>
              <a:spcAft>
                <a:spcPts val="800"/>
              </a:spcAft>
              <a:defRPr sz="1500"/>
            </a:pPr>
            <a:r>
              <a:t>• Aporte: operativo, local (Ollama), y el prompt contextual es lo que marca la diferencia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Baseline: solo Gitleaks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CredData: ~1,02 GB en 56,8 s | 8.210 hallazgos</a:t>
            </a:r>
          </a:p>
          <a:p>
            <a:pPr>
              <a:spcAft>
                <a:spcPts val="800"/>
              </a:spcAft>
              <a:defRPr sz="1500"/>
            </a:pPr>
            <a:r>
              <a:t>• TP 6.845 | FP 1.128 | FN 8.177</a:t>
            </a:r>
          </a:p>
          <a:p>
            <a:pPr>
              <a:spcAft>
                <a:spcPts val="800"/>
              </a:spcAft>
              <a:defRPr sz="1500"/>
            </a:pPr>
            <a:r>
              <a:t>• Precisión 85,85 % | Recall 45,86 % | F1 59,79 %</a:t>
            </a:r>
          </a:p>
          <a:p>
            <a:pPr>
              <a:spcAft>
                <a:spcPts val="800"/>
              </a:spcAft>
              <a:defRPr sz="1500"/>
            </a:pPr>
            <a:r>
              <a:t>• Útil para detectar; inviable de triar a mano en un hook diario</a:t>
            </a:r>
          </a:p>
        </p:txBody>
      </p:sp>
      <p:pic>
        <p:nvPicPr>
          <p:cNvPr id="4" name="Picture 3" descr="fig05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3840480" cy="34828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El prompt es el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Mismo modelo, temperatura 0, mismos 200 FP</a:t>
            </a:r>
          </a:p>
          <a:p>
            <a:pPr>
              <a:spcAft>
                <a:spcPts val="800"/>
              </a:spcAft>
              <a:defRPr sz="1500"/>
            </a:pPr>
            <a:r>
              <a:t>• v1 genérico («¿parece un secreto?»): 34 % de acierto</a:t>
            </a:r>
          </a:p>
          <a:p>
            <a:pPr>
              <a:spcAft>
                <a:spcPts val="800"/>
              </a:spcAft>
              <a:defRPr sz="1500"/>
            </a:pPr>
            <a:r>
              <a:t>• v2 contextual (rutas test/mock/docs + nombres MOCK): 99 %</a:t>
            </a:r>
          </a:p>
          <a:p>
            <a:pPr>
              <a:spcAft>
                <a:spcPts val="800"/>
              </a:spcAft>
              <a:defRPr sz="1500"/>
            </a:pPr>
            <a:r>
              <a:t>• 130 correcciones, 0 regresiones, 1 caso residual (PEM en docs inline)</a:t>
            </a:r>
          </a:p>
        </p:txBody>
      </p:sp>
      <p:pic>
        <p:nvPicPr>
          <p:cNvPr id="4" name="Picture 3" descr="fig02_precision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3840480" cy="24429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Cómo se opera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Pre-commit y GitHub Actions: solo Gitleaks (bloqueo en &lt; 1 s)</a:t>
            </a:r>
          </a:p>
          <a:p>
            <a:pPr>
              <a:spcAft>
                <a:spcPts val="800"/>
              </a:spcAft>
              <a:defRPr sz="1500"/>
            </a:pPr>
            <a:r>
              <a:t>• LLM en lote o runner con Ollama (~5–15 s/candidato)</a:t>
            </a:r>
          </a:p>
          <a:p>
            <a:pPr>
              <a:spcAft>
                <a:spcPts val="800"/>
              </a:spcAft>
              <a:defRPr sz="1500"/>
            </a:pPr>
            <a:r>
              <a:t>• Secretos de pipeline: referencia a secrets del proveedor, nunca en el YAML</a:t>
            </a:r>
          </a:p>
          <a:p>
            <a:pPr>
              <a:spcAft>
                <a:spcPts val="800"/>
              </a:spcAft>
              <a:defRPr sz="1500"/>
            </a:pPr>
            <a:r>
              <a:t>• Hallazgo real en main: rotar en &lt; 24 h; allowlist solo con justificación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Muestra: 200 de 1.128 FP (proyección 99,97 % = cota alta)</a:t>
            </a:r>
          </a:p>
          <a:p>
            <a:pPr>
              <a:spcAft>
                <a:spcPts val="800"/>
              </a:spcAft>
              <a:defRPr sz="1500"/>
            </a:pPr>
            <a:r>
              <a:t>• El recall de las reglas no mejora: el LLM no ve los FN</a:t>
            </a:r>
          </a:p>
          <a:p>
            <a:pPr>
              <a:spcAft>
                <a:spcPts val="800"/>
              </a:spcAft>
              <a:defRPr sz="1500"/>
            </a:pPr>
            <a:r>
              <a:t>• Un modelo local; sin verificar si la credencial está viva</a:t>
            </a:r>
          </a:p>
          <a:p>
            <a:pPr>
              <a:spcAft>
                <a:spcPts val="800"/>
              </a:spcAft>
              <a:defRPr sz="1500"/>
            </a:pPr>
            <a:r>
              <a:t>• v2 puede estar alineado a patrones típicos de CredData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Híbrido viable sin fine-tuning ni cloud: reglas detectan, LLM tria FP</a:t>
            </a:r>
          </a:p>
          <a:p>
            <a:pPr>
              <a:spcAft>
                <a:spcPts val="800"/>
              </a:spcAft>
              <a:defRPr sz="1500"/>
            </a:pPr>
            <a:r>
              <a:t>• H1 confirmada: 99 % de FP descartados en la muestra (umbral 30 %)</a:t>
            </a:r>
          </a:p>
          <a:p>
            <a:pPr>
              <a:spcAft>
                <a:spcPts val="800"/>
              </a:spcAft>
              <a:defRPr sz="1500"/>
            </a:pPr>
            <a:r>
              <a:t>• La diferencia no es «añadir un LLM», es el prompt de contexto</a:t>
            </a:r>
          </a:p>
          <a:p>
            <a:pPr>
              <a:spcAft>
                <a:spcPts val="800"/>
              </a:spcAft>
              <a:defRPr sz="1500"/>
            </a:pPr>
            <a:r>
              <a:t>• Pre-commit + CI con reglas; políticas de rotación y ocultación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¿Preguntas?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Ángela Ramírez Barajas — Director: Juanjo Salvador</a:t>
            </a:r>
          </a:p>
          <a:p>
            <a:pPr>
              <a:spcAft>
                <a:spcPts val="800"/>
              </a:spcAft>
              <a:defRPr sz="1500"/>
            </a:pPr>
            <a:r>
              <a:t>• 2ª Ed. Máster en IA Aplicada a la Ciberseguridad</a:t>
            </a:r>
          </a:p>
          <a:p>
            <a:pPr>
              <a:spcAft>
                <a:spcPts val="800"/>
              </a:spcAft>
              <a:defRPr sz="1500"/>
            </a:pPr>
            <a:r>
              <a:t>• Universidad Católica de Murcia (UCAM)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